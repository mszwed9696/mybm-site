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60" r:id="rId3"/>
    <p:sldId id="259" r:id="rId4"/>
    <p:sldId id="257" r:id="rId5"/>
    <p:sldId id="261" r:id="rId6"/>
    <p:sldId id="262" r:id="rId7"/>
    <p:sldId id="263" r:id="rId8"/>
    <p:sldId id="264" r:id="rId9"/>
    <p:sldId id="267" r:id="rId10"/>
    <p:sldId id="265" r:id="rId11"/>
    <p:sldId id="266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31"/>
    <p:restoredTop sz="50000"/>
  </p:normalViewPr>
  <p:slideViewPr>
    <p:cSldViewPr snapToGrid="0" snapToObjects="1">
      <p:cViewPr varScale="1">
        <p:scale>
          <a:sx n="62" d="100"/>
          <a:sy n="62" d="100"/>
        </p:scale>
        <p:origin x="2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8/3/16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8/3/16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8/3/16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8/3/16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8/3/16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8/3/16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8/3/16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8/3/16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8/3/16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8/3/16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8/3/16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8/3/16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The Execution Plan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Step By Step Execution Plan to Achieve 15% Growth in Revenue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409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Objective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To Raise Revenue 15% With A Logical Execution Plan Created From Data Collected From The 3 Silos Through A 4 Phase Execution Plan.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19354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4 Phases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Phase </a:t>
            </a:r>
            <a:r>
              <a:rPr lang="en-US" sz="3200" dirty="0" smtClean="0"/>
              <a:t>1: Questions/Extraction - Complete</a:t>
            </a:r>
          </a:p>
          <a:p>
            <a:r>
              <a:rPr lang="en-US" sz="3200" dirty="0" smtClean="0"/>
              <a:t>Phase 2: Policy/Procedure Implementation</a:t>
            </a:r>
          </a:p>
          <a:p>
            <a:r>
              <a:rPr lang="en-US" sz="3200" dirty="0" smtClean="0"/>
              <a:t>Phase 3: Execution</a:t>
            </a:r>
          </a:p>
          <a:p>
            <a:r>
              <a:rPr lang="en-US" sz="3200" dirty="0" smtClean="0"/>
              <a:t>Phase 4: Maintenance and Recalibration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75827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#1 – Complete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We have extracted all data necessary to make to present the following execution plan to increase revenue 15%. </a:t>
            </a:r>
          </a:p>
          <a:p>
            <a:r>
              <a:rPr lang="en-US" sz="2400" dirty="0" smtClean="0"/>
              <a:t>All silos have a concept of what is about to happen with new responsibilities, raising the current bar, and collectively coming together to raise revenues. </a:t>
            </a:r>
          </a:p>
          <a:p>
            <a:r>
              <a:rPr lang="en-US" sz="2400" dirty="0" smtClean="0"/>
              <a:t>Expectations have been set for accountability with how entities will be monitored.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89025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#2 – Policy/procedure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Distribute All Policy and Procedures to Andrew For Review And Distribution </a:t>
            </a:r>
          </a:p>
          <a:p>
            <a:r>
              <a:rPr lang="en-US" sz="2800" dirty="0" smtClean="0"/>
              <a:t>Ensure implementation of policies and procedures distributed </a:t>
            </a:r>
          </a:p>
          <a:p>
            <a:r>
              <a:rPr lang="en-US" sz="2800" dirty="0" smtClean="0"/>
              <a:t>Which rolls right into the action and execution phase!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31356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#3 – Execution - </a:t>
            </a:r>
            <a:r>
              <a:rPr lang="en-US" dirty="0" err="1" smtClean="0"/>
              <a:t>tnt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New webpages need launched asap</a:t>
            </a:r>
          </a:p>
          <a:p>
            <a:r>
              <a:rPr lang="en-US" sz="2800" dirty="0" smtClean="0"/>
              <a:t>All conversion based activity needs implemented asap</a:t>
            </a:r>
          </a:p>
          <a:p>
            <a:r>
              <a:rPr lang="en-US" sz="2800" dirty="0" smtClean="0"/>
              <a:t>Responsibility swaps need to transition asap</a:t>
            </a:r>
          </a:p>
          <a:p>
            <a:r>
              <a:rPr lang="en-US" sz="2800" dirty="0" smtClean="0"/>
              <a:t>Vantage umbrella switch based on Choice hotels actions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34278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#3 – Execution - </a:t>
            </a:r>
            <a:r>
              <a:rPr lang="en-US" dirty="0" err="1" smtClean="0"/>
              <a:t>tnt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Accountability structure based on measurable will immediately take effect (like a quota for things like conversion %, development time, retention numbers, key KPI’s, </a:t>
            </a:r>
            <a:r>
              <a:rPr lang="en-US" sz="2800" dirty="0" err="1" smtClean="0"/>
              <a:t>etc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Front end graphic design and creative assistance or responsibility swap</a:t>
            </a:r>
          </a:p>
          <a:p>
            <a:endParaRPr lang="en-US" sz="2800" dirty="0" smtClean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10527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#3 – Execution - </a:t>
            </a:r>
            <a:r>
              <a:rPr lang="en-US" dirty="0" err="1" smtClean="0"/>
              <a:t>tnt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73900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“These are techs, not </a:t>
            </a:r>
            <a:r>
              <a:rPr lang="en-US" sz="2800" dirty="0" err="1" smtClean="0"/>
              <a:t>creatives</a:t>
            </a:r>
            <a:r>
              <a:rPr lang="en-US" sz="2800" dirty="0" smtClean="0"/>
              <a:t>.”</a:t>
            </a:r>
          </a:p>
          <a:p>
            <a:r>
              <a:rPr lang="en-US" sz="2800" dirty="0" smtClean="0"/>
              <a:t>Conversion tracking for everything asap no exceptions.</a:t>
            </a:r>
          </a:p>
          <a:p>
            <a:r>
              <a:rPr lang="en-US" sz="2800" dirty="0" smtClean="0"/>
              <a:t>Analytic report to be reported on monthly (for accountability, transparency, and synchronicity.)</a:t>
            </a:r>
          </a:p>
          <a:p>
            <a:r>
              <a:rPr lang="en-US" sz="2800" dirty="0" smtClean="0"/>
              <a:t>Mobile Focus – budget shift away from desktop nearing project completion </a:t>
            </a:r>
          </a:p>
          <a:p>
            <a:endParaRPr lang="en-US" sz="2800" dirty="0" smtClean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01406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#3 – Execution - </a:t>
            </a:r>
            <a:r>
              <a:rPr lang="en-US" dirty="0" err="1" smtClean="0"/>
              <a:t>tnt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73900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Integrate the PO </a:t>
            </a:r>
            <a:r>
              <a:rPr lang="en-US" sz="2800" dirty="0" smtClean="0"/>
              <a:t>system</a:t>
            </a:r>
          </a:p>
          <a:p>
            <a:r>
              <a:rPr lang="en-US" sz="2800" smtClean="0"/>
              <a:t>Integrate a Points based rewards program </a:t>
            </a:r>
            <a:endParaRPr lang="en-US" sz="2800" dirty="0" smtClean="0"/>
          </a:p>
          <a:p>
            <a:endParaRPr lang="en-US" sz="2800" dirty="0" smtClean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937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#3 – Execution - </a:t>
            </a:r>
            <a:r>
              <a:rPr lang="en-US" dirty="0" err="1" smtClean="0"/>
              <a:t>GCommerce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67962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Take action on the Facebook advertising Strategy.</a:t>
            </a:r>
          </a:p>
          <a:p>
            <a:r>
              <a:rPr lang="en-US" sz="2800" dirty="0" smtClean="0"/>
              <a:t>Implement new responsibilities (display targeting, retargeting with Google and Facebook, new location strategy/execution/communications, new reporting, SEO strategy and execution for new locations.)</a:t>
            </a:r>
          </a:p>
          <a:p>
            <a:endParaRPr lang="en-US" sz="2800" dirty="0" smtClean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7216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#3 – Execution - </a:t>
            </a:r>
            <a:r>
              <a:rPr lang="en-US" dirty="0" err="1" smtClean="0"/>
              <a:t>GCommerce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67962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Implement </a:t>
            </a:r>
            <a:r>
              <a:rPr lang="en-US" sz="2800" dirty="0"/>
              <a:t>a more aggressive PPC A/B testing </a:t>
            </a:r>
            <a:r>
              <a:rPr lang="en-US" sz="2800" dirty="0" smtClean="0"/>
              <a:t>strategy and execution plan.</a:t>
            </a:r>
          </a:p>
          <a:p>
            <a:r>
              <a:rPr lang="en-US" sz="2800" dirty="0" smtClean="0"/>
              <a:t>Cut lower performing keywords and keyword groups to maximize results and web traffic</a:t>
            </a:r>
          </a:p>
          <a:p>
            <a:r>
              <a:rPr lang="en-US" sz="2800" dirty="0" smtClean="0"/>
              <a:t>Integrate the PO system</a:t>
            </a:r>
          </a:p>
          <a:p>
            <a:r>
              <a:rPr lang="en-US" sz="2800" dirty="0" smtClean="0"/>
              <a:t>Explore new Facebook PPC targeting system for early bird competitive advantage in new market</a:t>
            </a: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88879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#3 – Execution - Cleveland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67962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Shift display targeting responsibilities and budget away from Cleveland into </a:t>
            </a:r>
            <a:r>
              <a:rPr lang="en-US" sz="2800" dirty="0" err="1" smtClean="0"/>
              <a:t>Gcommerce</a:t>
            </a:r>
            <a:endParaRPr lang="en-US" sz="2800" dirty="0" smtClean="0"/>
          </a:p>
          <a:p>
            <a:r>
              <a:rPr lang="en-US" sz="2800" dirty="0" smtClean="0"/>
              <a:t>Put that sub contractor currently handling that project in communication asap with </a:t>
            </a:r>
            <a:r>
              <a:rPr lang="en-US" sz="2800" dirty="0" err="1" smtClean="0"/>
              <a:t>Gcommerce</a:t>
            </a:r>
            <a:r>
              <a:rPr lang="en-US" sz="2800" dirty="0" smtClean="0"/>
              <a:t> to ensure a smooth transition and access to all historical data is accessible</a:t>
            </a:r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8231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#3 – Execution - Cleveland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67962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Implement a communication plan for </a:t>
            </a:r>
            <a:r>
              <a:rPr lang="en-US" sz="2800" dirty="0" err="1" smtClean="0"/>
              <a:t>Gommerce</a:t>
            </a:r>
            <a:r>
              <a:rPr lang="en-US" sz="2800" dirty="0" smtClean="0"/>
              <a:t> and Cleveland to communicate about advertising specific messaging and goal setting</a:t>
            </a:r>
          </a:p>
          <a:p>
            <a:r>
              <a:rPr lang="en-US" sz="2800" dirty="0" smtClean="0"/>
              <a:t>Drive digital conversion through traditional branding and marketing</a:t>
            </a:r>
          </a:p>
          <a:p>
            <a:r>
              <a:rPr lang="en-US" sz="2800" dirty="0" smtClean="0"/>
              <a:t>Implement PO system </a:t>
            </a:r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584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#4 – Maintenance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 smtClean="0"/>
              <a:t>Recalibrate any policy and procedure in real time to maintain efficiency in any new cycles created throughout the execution phase.</a:t>
            </a:r>
          </a:p>
          <a:p>
            <a:r>
              <a:rPr lang="en-US" sz="3200" dirty="0" smtClean="0"/>
              <a:t>Monthly accountability reporting (viewed every other day, weekly and monthly by executives and consultants)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01527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3012" y="2757867"/>
            <a:ext cx="7729728" cy="1188720"/>
          </a:xfrm>
        </p:spPr>
        <p:txBody>
          <a:bodyPr/>
          <a:lstStyle/>
          <a:p>
            <a:r>
              <a:rPr lang="en-US" dirty="0" smtClean="0"/>
              <a:t>Ok, Go!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18041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275</TotalTime>
  <Words>529</Words>
  <Application>Microsoft Macintosh PowerPoint</Application>
  <PresentationFormat>Widescreen</PresentationFormat>
  <Paragraphs>55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Parcel</vt:lpstr>
      <vt:lpstr>The Execution Plan</vt:lpstr>
      <vt:lpstr>Main Objective </vt:lpstr>
      <vt:lpstr>The 4 Phases</vt:lpstr>
      <vt:lpstr>Phase #1 – Complete </vt:lpstr>
      <vt:lpstr>Phase #2 – Policy/procedure</vt:lpstr>
      <vt:lpstr>Phase #3 – Execution - tnt </vt:lpstr>
      <vt:lpstr>Phase #3 – Execution - tnt </vt:lpstr>
      <vt:lpstr>Phase #3 – Execution - tnt </vt:lpstr>
      <vt:lpstr>Phase #3 – Execution - tnt </vt:lpstr>
      <vt:lpstr>Phase #3 – Execution - GCommerce </vt:lpstr>
      <vt:lpstr>Phase #3 – Execution - GCommerce </vt:lpstr>
      <vt:lpstr>Phase #3 – Execution - Cleveland</vt:lpstr>
      <vt:lpstr>Phase #3 – Execution - Cleveland</vt:lpstr>
      <vt:lpstr>Phase #4 – Maintenance </vt:lpstr>
      <vt:lpstr>Ok, Go!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Execution Plan</dc:title>
  <dc:creator>Microsoft Office User</dc:creator>
  <cp:lastModifiedBy>Microsoft Office User</cp:lastModifiedBy>
  <cp:revision>11</cp:revision>
  <dcterms:created xsi:type="dcterms:W3CDTF">2016-08-03T00:23:20Z</dcterms:created>
  <dcterms:modified xsi:type="dcterms:W3CDTF">2016-08-03T12:24:40Z</dcterms:modified>
</cp:coreProperties>
</file>